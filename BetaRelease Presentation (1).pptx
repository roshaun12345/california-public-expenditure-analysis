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Maven Pro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avenPr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4fc4254694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4fc4254694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fc4254694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fc4254694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4fc4254694_0_4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4fc4254694_0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4fc4254694_0_4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4fc4254694_0_4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4fc4254694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34fc425469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4fc4254694_0_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4fc4254694_0_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4fdf792f1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4fdf792f1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4fdf792f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4fdf792f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4fc425469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34fc425469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ripe-gelatinous-specialist.glitch.me/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458900" y="591550"/>
            <a:ext cx="5132700" cy="2754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California Public Expenditure Analysis</a:t>
            </a:r>
            <a:endParaRPr sz="45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458900" y="366155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Roshaun Gregory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238575" y="1870425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4800"/>
              <a:t>MOTIVATION?</a:t>
            </a:r>
            <a:endParaRPr b="1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290" name="Google Shape;290;p15"/>
          <p:cNvSpPr txBox="1"/>
          <p:nvPr>
            <p:ph idx="1" type="body"/>
          </p:nvPr>
        </p:nvSpPr>
        <p:spPr>
          <a:xfrm>
            <a:off x="893925" y="1779600"/>
            <a:ext cx="7255500" cy="33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 show the total expenditure distribution among the four regions over the 10-year period. 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 visually compare how the per capita expenditure varies across cities over time.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 show population trends for each of the four regions from 2013-2023.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 sz="1600"/>
              <a:t>To highlight the cities within each region that have the highest and lowest average per capita expenditures.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7375" y="810125"/>
            <a:ext cx="6331225" cy="352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9050" y="809025"/>
            <a:ext cx="6341049" cy="418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8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1" name="Google Shape;31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900" y="598575"/>
            <a:ext cx="6564576" cy="425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6400" y="598575"/>
            <a:ext cx="5642475" cy="440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20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5" name="Google Shape;3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900" y="863425"/>
            <a:ext cx="7107899" cy="32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1"/>
          <p:cNvSpPr txBox="1"/>
          <p:nvPr>
            <p:ph idx="1" type="body"/>
          </p:nvPr>
        </p:nvSpPr>
        <p:spPr>
          <a:xfrm>
            <a:off x="1260300" y="896025"/>
            <a:ext cx="7560900" cy="284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/>
              <a:t>Link to demo: https:</a:t>
            </a:r>
            <a:endParaRPr b="1"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 u="sng">
                <a:solidFill>
                  <a:schemeClr val="hlink"/>
                </a:solidFill>
                <a:hlinkClick r:id="rId3"/>
              </a:rPr>
              <a:t>//ripe-gelatinous-specialist.glitch.me/</a:t>
            </a:r>
            <a:endParaRPr b="1"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37" name="Google Shape;337;p22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Ensuring </a:t>
            </a:r>
            <a:r>
              <a:rPr lang="en" sz="2300"/>
              <a:t>accurate</a:t>
            </a:r>
            <a:r>
              <a:rPr lang="en" sz="2300"/>
              <a:t> values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Improving display</a:t>
            </a:r>
            <a:endParaRPr sz="2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